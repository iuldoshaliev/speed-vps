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1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658368"/>
            <a:ext cx="6492240" cy="5440680"/>
          </a:xfrm>
          <a:prstGeom prst="roundRect">
            <a:avLst/>
          </a:prstGeom>
          <a:solidFill>
            <a:srgbClr val="070D0C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0515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EB89"/>
                </a:solidFill>
                <a:latin typeface="Aptos"/>
              </a:defRPr>
            </a:pPr>
            <a:r>
              <a:t>SECURE CONNECTION  /  PROJECT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691640"/>
            <a:ext cx="566928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4400" b="1">
                <a:solidFill>
                  <a:srgbClr val="EFF5F3"/>
                </a:solidFill>
                <a:latin typeface="Aptos"/>
              </a:defRPr>
            </a:pPr>
            <a:r>
              <a:t>SPEED VPS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2770632"/>
            <a:ext cx="55778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74F5BE"/>
                </a:solidFill>
                <a:latin typeface="Aptos"/>
              </a:defRPr>
            </a:pPr>
            <a:r>
              <a:t>VPN и прокси для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3566160"/>
            <a:ext cx="5394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BA9A4"/>
                </a:solidFill>
                <a:latin typeface="Aptos"/>
              </a:defRPr>
            </a:pPr>
            <a:r>
              <a:t>Подключение к серверу —</a:t>
            </a:r>
          </a:p>
          <a:p>
            <a:pPr>
              <a:spcAft>
                <a:spcPts val="700"/>
              </a:spcAft>
              <a:defRPr sz="1700" b="0">
                <a:solidFill>
                  <a:srgbClr val="9BA9A4"/>
                </a:solidFill>
                <a:latin typeface="Aptos"/>
              </a:defRPr>
            </a:pPr>
            <a:r>
              <a:t>в одном понятном интерфейсе.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5257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КОМАНДА ИЗ 3 ЧЕЛОВЕК  •  FLUTTER / DART</a:t>
            </a:r>
          </a:p>
        </p:txBody>
      </p:sp>
      <p:pic>
        <p:nvPicPr>
          <p:cNvPr id="9" name="Picture 8" descr="IMG_20261025_171114_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60120"/>
            <a:ext cx="4023360" cy="402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01 / ИДЕЯ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Что такое Speed VPS?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Клиентское приложение для подключения к VPN-прокси на компьютерах Windows.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ПРОБЛЕМА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45720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Настройка прокси часто требует ручной работы с конфигами, адресами и параметрами подключения.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9BA9A4"/>
                </a:solidFill>
                <a:latin typeface="Aptos"/>
              </a:defRPr>
            </a:pPr>
            <a:r>
              <a:t>Наша цель — сделать подключение понятным и быстрым.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НАШ ОТВЕТ</a:t>
            </a:r>
          </a:p>
        </p:txBody>
      </p:sp>
      <p:sp>
        <p:nvSpPr>
          <p:cNvPr id="14" name="Oval 13"/>
          <p:cNvSpPr/>
          <p:nvPr/>
        </p:nvSpPr>
        <p:spPr>
          <a:xfrm>
            <a:off x="653796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2788920"/>
            <a:ext cx="43708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Одна кнопка для подключения и отключения</a:t>
            </a:r>
          </a:p>
        </p:txBody>
      </p:sp>
      <p:sp>
        <p:nvSpPr>
          <p:cNvPr id="16" name="Oval 15"/>
          <p:cNvSpPr/>
          <p:nvPr/>
        </p:nvSpPr>
        <p:spPr>
          <a:xfrm>
            <a:off x="6537960" y="349300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9128" y="3383279"/>
            <a:ext cx="43708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Выбор сервера и отображение статуса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408736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3977639"/>
            <a:ext cx="43708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Информация о плане и сетевой статистике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468172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4572000"/>
            <a:ext cx="4370832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Настройки маршрутизации приложений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02 /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Интерфейс: минимум лишнего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На скриншоте — текущая концепция панели Speed VPS.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7452360" cy="416052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Снимок экрана 2026-10-25 164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7178040" cy="3886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828800"/>
            <a:ext cx="3154680" cy="416052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0" y="21488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00EB89"/>
                </a:solidFill>
                <a:latin typeface="Aptos"/>
              </a:defRPr>
            </a:pPr>
            <a:r>
              <a:t>КЛЮЧЕВЫЕ ЭЛЕМЕНТЫ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285292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87968" y="2743200"/>
            <a:ext cx="23134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Статус соединения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0" y="338328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87968" y="3273552"/>
            <a:ext cx="23134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Кнопка запуска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0" y="391363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87968" y="3803904"/>
            <a:ext cx="23134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Выбор сервера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0" y="444398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87968" y="4334256"/>
            <a:ext cx="23134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План подписки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497433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4864608"/>
            <a:ext cx="23134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Трафик и аптайм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03 / АКТУАЛЬНОСТЬ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Зачем это нужно?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Сетевые ограничения, приватность и удалённая работа повышают ценность простых инструментов подключения.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520440" cy="33832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520440" cy="33832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520440" cy="33832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3317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Простота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204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BA9A4"/>
                </a:solidFill>
                <a:latin typeface="Aptos"/>
              </a:defRPr>
            </a:pPr>
            <a:r>
              <a:t>Пользователь хочет подключаться без ручного редактирования конфигураций.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3317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880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Контроль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5204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BA9A4"/>
                </a:solidFill>
                <a:latin typeface="Aptos"/>
              </a:defRPr>
            </a:pPr>
            <a:r>
              <a:t>Важно видеть статус соединения, выбранный сервер и расход трафика.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33172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88036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Гибкость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520440"/>
            <a:ext cx="28803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9BA9A4"/>
                </a:solidFill>
                <a:latin typeface="Aptos"/>
              </a:defRPr>
            </a:pPr>
            <a:r>
              <a:t>Разным приложениям могут требоваться разные маршруты сети.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04 / ПОЛЬЗОВАТЕЛИ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Для кого мы создаём продукт?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На первом этапе фокус — пользователи Windows, которым нужен простой VPN/прокси-клиент.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6400800" cy="379476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4414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2331720"/>
            <a:ext cx="5468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Пользователи, которым нужен единый интерфейс подключения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15468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044952"/>
            <a:ext cx="5468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Люди, работающие с удалёнными сервисами и сетевыми инструментами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867911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758183"/>
            <a:ext cx="5468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Технически продвинутые пользователи, у которых есть параметры VPN-сервера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58114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471416"/>
            <a:ext cx="5468112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EFF5F3"/>
                </a:solidFill>
                <a:latin typeface="Aptos"/>
              </a:defRPr>
            </a:pPr>
            <a:r>
              <a:t>Пользователи, которым полезны выбор сервера и раздельная маршрутизация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965960"/>
            <a:ext cx="4206240" cy="3794760"/>
          </a:xfrm>
          <a:prstGeom prst="roundRect">
            <a:avLst/>
          </a:prstGeom>
          <a:solidFill>
            <a:srgbClr val="081711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237744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EB89"/>
                </a:solidFill>
                <a:latin typeface="Aptos"/>
              </a:defRPr>
            </a:pPr>
            <a:r>
              <a:t>ПОЗИЦИОНИРОВАНИЕ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33375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EFF5F3"/>
                </a:solidFill>
                <a:latin typeface="Aptos"/>
              </a:defRPr>
            </a:pPr>
            <a:r>
              <a:t>Лёгкий клиент</a:t>
            </a:r>
          </a:p>
          <a:p>
            <a:pPr>
              <a:spcAft>
                <a:spcPts val="700"/>
              </a:spcAft>
              <a:defRPr sz="2500" b="1">
                <a:solidFill>
                  <a:srgbClr val="EFF5F3"/>
                </a:solidFill>
                <a:latin typeface="Aptos"/>
              </a:defRPr>
            </a:pPr>
            <a:r>
              <a:t>для 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891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BA9A4"/>
                </a:solidFill>
                <a:latin typeface="Aptos"/>
              </a:defRPr>
            </a:pPr>
            <a:r>
              <a:t>Не обещаем абсолютную анонимность: безопасность зависит от сервера, настроек и поведения пользователя.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05 / ОТЛИЧИЯ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Что делает Speed VPS узнаваемым?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Вдохновляемся знакомым форматом VPN-клиентов, но развиваем собственную реализацию.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УЖЕ В КОНЦЕПЦИИ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2796948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rPr dirty="0" err="1"/>
              <a:t>Тёмная</a:t>
            </a:r>
            <a:r>
              <a:rPr dirty="0"/>
              <a:t> </a:t>
            </a:r>
            <a:r>
              <a:rPr dirty="0" err="1"/>
              <a:t>тема</a:t>
            </a:r>
            <a:r>
              <a:rPr dirty="0"/>
              <a:t> и </a:t>
            </a:r>
            <a:r>
              <a:rPr dirty="0" err="1"/>
              <a:t>яркие</a:t>
            </a:r>
            <a:r>
              <a:rPr dirty="0"/>
              <a:t> </a:t>
            </a:r>
            <a:r>
              <a:rPr dirty="0" err="1"/>
              <a:t>зелёные</a:t>
            </a:r>
            <a:r>
              <a:rPr dirty="0"/>
              <a:t> </a:t>
            </a:r>
            <a:r>
              <a:rPr dirty="0" err="1"/>
              <a:t>акценты</a:t>
            </a:r>
            <a:endParaRPr dirty="0"/>
          </a:p>
        </p:txBody>
      </p:sp>
      <p:sp>
        <p:nvSpPr>
          <p:cNvPr id="12" name="Oval 11"/>
          <p:cNvSpPr/>
          <p:nvPr/>
        </p:nvSpPr>
        <p:spPr>
          <a:xfrm>
            <a:off x="960120" y="346557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3355848"/>
            <a:ext cx="437083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rPr lang="ru-RU" dirty="0"/>
              <a:t>Удобный </a:t>
            </a:r>
            <a:r>
              <a:rPr lang="ru-RU" dirty="0" err="1"/>
              <a:t>интрефейс</a:t>
            </a:r>
            <a:endParaRPr dirty="0"/>
          </a:p>
        </p:txBody>
      </p:sp>
      <p:sp>
        <p:nvSpPr>
          <p:cNvPr id="14" name="Oval 13"/>
          <p:cNvSpPr/>
          <p:nvPr/>
        </p:nvSpPr>
        <p:spPr>
          <a:xfrm>
            <a:off x="960120" y="403250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1288" y="3922776"/>
            <a:ext cx="437083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rPr lang="ru-RU" dirty="0"/>
              <a:t>Управление доменами то чего нету у остальных</a:t>
            </a:r>
            <a:endParaRPr dirty="0"/>
          </a:p>
        </p:txBody>
      </p:sp>
      <p:sp>
        <p:nvSpPr>
          <p:cNvPr id="16" name="Oval 15"/>
          <p:cNvSpPr/>
          <p:nvPr/>
        </p:nvSpPr>
        <p:spPr>
          <a:xfrm>
            <a:off x="960120" y="459943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4489704"/>
            <a:ext cx="4370832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rPr lang="ru-RU" dirty="0" err="1"/>
              <a:t>Кросплатформеность</a:t>
            </a:r>
            <a:r>
              <a:rPr lang="ru-RU" dirty="0"/>
              <a:t> не только </a:t>
            </a:r>
            <a:r>
              <a:rPr dirty="0"/>
              <a:t>Windows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КАК УСИЛИТЬ ОРИГИНАЛЬНОСТЬ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2788920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Автовыбор самого быстрого сервера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46557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3355848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Проверка соединения и понятные ошибки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03250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3922776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Правила для отдельных приложений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59943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9128" y="4489704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Автопереподключение и защита от утечки трафика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06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Как устроен проект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Стэк указан по предоставленным исходникам и конфигурации.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94960" cy="411480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3348" y="1874519"/>
            <a:ext cx="5257800" cy="411480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КЛИЕНТ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80720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697480"/>
            <a:ext cx="446227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Flutter + Dart — интерфейс и логика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41985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310128"/>
            <a:ext cx="446227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Windows-specific VPN-слой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03250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922776"/>
            <a:ext cx="446227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Sing-box — сетевой движок / конфигурация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64515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535424"/>
            <a:ext cx="446227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VLESS + TLS/REALITY — параметры прокси-подключения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945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СЕРВЕР И СЕРВИСЫ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280720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84848" y="2697480"/>
            <a:ext cx="427939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3X-UI — управление серверными подключениями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341985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84848" y="3310128"/>
            <a:ext cx="427939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Marzban API — работа с подписками / пользователями в коде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411480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84848" y="3968574"/>
            <a:ext cx="4279392" cy="612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rPr dirty="0"/>
              <a:t>JSON-</a:t>
            </a:r>
            <a:r>
              <a:rPr dirty="0" err="1"/>
              <a:t>конфиги</a:t>
            </a:r>
            <a:r>
              <a:rPr dirty="0"/>
              <a:t>, </a:t>
            </a:r>
            <a:r>
              <a:rPr dirty="0" err="1"/>
              <a:t>хранение</a:t>
            </a:r>
            <a:r>
              <a:rPr dirty="0"/>
              <a:t> </a:t>
            </a:r>
            <a:r>
              <a:rPr dirty="0" err="1"/>
              <a:t>настроек</a:t>
            </a:r>
            <a:r>
              <a:rPr dirty="0"/>
              <a:t> и </a:t>
            </a:r>
            <a:r>
              <a:rPr dirty="0" err="1"/>
              <a:t>журналы</a:t>
            </a:r>
            <a:r>
              <a:rPr dirty="0"/>
              <a:t> </a:t>
            </a:r>
            <a:r>
              <a:rPr dirty="0" err="1"/>
              <a:t>ошибок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6583680" y="5257800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BA9A4"/>
                </a:solidFill>
                <a:latin typeface="Aptos"/>
              </a:defRPr>
            </a:pPr>
            <a:r>
              <a:t>Часть интеграций требует проверки в релизной сборке.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07 / 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Что уже заложено в коде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Исходники показывают не только экран, но и базовую архитектуру клиента.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352044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52044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VPN-состояния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7180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Подключение, отключение, переподключение и обработка ошибок.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86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Серверы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97180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Модель профиля, разбор VLESS-ссылок, проверка задержки.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2860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00EB89"/>
                </a:solidFill>
                <a:latin typeface="Aptos"/>
              </a:defRPr>
            </a:pPr>
            <a:r>
              <a:t>Диагностика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71800"/>
            <a:ext cx="28346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Логи с уровнями, временем и экспортом для поиска проблем.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80644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BA9A4"/>
                </a:solidFill>
                <a:latin typeface="Aptos"/>
              </a:defRPr>
            </a:pPr>
            <a:r>
              <a:t>Важно: наличие кода функции не означает, что она уже полностью протестирована и готова к выпуску.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08 / УЛУЧШЕНИЕ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Режим «только выбранные приложения»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Предлагаемая функция: пользователь сам решает, какие программы идут через VPN, а какие — напрямую.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303520" cy="3977639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ВАРИАНТ A — БЕЛЫЙ СПИСОК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Через VPN идут только выбранные приложения.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90448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3794760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Браузер → VPN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438912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4279392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Мессенджер → VPN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87375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764024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Остальные приложения → напрямую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74519"/>
            <a:ext cx="5303520" cy="3977639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ВАРИАНТ B — ЧЁРНЫЙ СПИСОК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74320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Выбранные приложения обходят VPN.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90448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3794760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Игры → напрямую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38912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4279392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Локальные сервисы → напрямую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87375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4764024"/>
            <a:ext cx="4279392" cy="4846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Остальной трафик → VPN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74F5BE"/>
                </a:solidFill>
                <a:latin typeface="Aptos"/>
              </a:defRPr>
            </a:pPr>
            <a:r>
              <a:t>Реализовывать как split tunneling на уровне Windows / сетевого движка, а не просто блокировать программы.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09 / ТЕХНИЧЕСКИЙ ПЛАН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Как реализовать маршрутизацию приложений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Рекомендуемый порядок разработки и тестирования.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6629400" cy="416052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35000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2240280"/>
            <a:ext cx="5742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1. Получать список приложений и их реальные пути .exe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98094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871216"/>
            <a:ext cx="5742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2. Добавить режим: «только выбранные» / «исключить выбранные»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61188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502152"/>
            <a:ext cx="5742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3. Применять правила в VPN-движке и Windows network layer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24281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133087"/>
            <a:ext cx="5742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4. Показать статус правила и ошибки прав доступа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87375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764024"/>
            <a:ext cx="5742432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5. Проверить DNS, IPv4/IPv6, сон ПК и обрыв VPN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874519"/>
            <a:ext cx="3977639" cy="4160520"/>
          </a:xfrm>
          <a:prstGeom prst="roundRect">
            <a:avLst/>
          </a:prstGeom>
          <a:solidFill>
            <a:srgbClr val="19110C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0" y="2194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BE5F"/>
                </a:solidFill>
                <a:latin typeface="Aptos"/>
              </a:defRPr>
            </a:pPr>
            <a:r>
              <a:t>ВАЖНО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743200"/>
            <a:ext cx="32461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EFF5F3"/>
                </a:solidFill>
                <a:latin typeface="Aptos"/>
              </a:defRPr>
            </a:pPr>
            <a:r>
              <a:t>Блокировка приложений, которые «могут работать без VPN», не универсальна. Надёжнее задавать маршруты для выбранных программ и добавить Kill Switch, чтобы трафик не уходил напрямую при обрыве туннеля.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10 / МОНЕТИЗАЦИЯ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Как проект может зарабатывать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В коде предусмотрены модели подписки и интеграция YooKassa; фактическая схема оплаты требует проверки.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ВОЗМОЖНАЯ МОДЕЛЬ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788920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Бесплатный тестовый период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46557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355848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Premium-подписка на 30 / 90 / 365 дней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03250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922776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Разные лимиты трафика или число серверов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ЧТО НУЖНО ПРОДУМАТЬ</a:t>
            </a:r>
          </a:p>
        </p:txBody>
      </p:sp>
      <p:sp>
        <p:nvSpPr>
          <p:cNvPr id="18" name="Oval 17"/>
          <p:cNvSpPr/>
          <p:nvPr/>
        </p:nvSpPr>
        <p:spPr>
          <a:xfrm>
            <a:off x="653796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2788920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Себестоимость серверов и поддержки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346557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3355848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Условия возврата и продления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403250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3922776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Защита платёжных секретов на сервере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459943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4489704"/>
            <a:ext cx="437083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EFF5F3"/>
                </a:solidFill>
                <a:latin typeface="Aptos"/>
              </a:defRPr>
            </a:pPr>
            <a:r>
              <a:t>Прозрачная политика конфиденциальности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11 / НАДЁЖНОСТЬ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Что важно перед публичным запуском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Безопасность VPN — это не только шифрование туннеля, но и управление ключами, DNS и отказами.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6583680" cy="393192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35000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2240280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Перенести платёжные секреты и API-токены из клиентского кода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953512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843784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При публикации сменить секреты, которые попали в исходники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557016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447288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Хранить ключи в защищённом хранилище ОС или на серверной стороне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4160520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4050791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Добавить Kill Switch и тесты утечек DNS / IPv6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764024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654296"/>
            <a:ext cx="5742432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Проверить лицензии, обновления и подпись Windows-сборки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12 /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Три человека — одна 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Каждый участник отвечал за свою часть и помогал довести проект до рабочего прототипа.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34747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8803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Егор Деменьев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74F5BE"/>
                </a:solidFill>
                <a:latin typeface="Aptos"/>
              </a:defRPr>
            </a:pPr>
            <a:r>
              <a:t>Визуальная часть и презентация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343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Разработка и оформление иконки Speed VPS; подготовка презентации и представление идеи.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011680"/>
            <a:ext cx="34747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2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8803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Жавохирбек Юлдошалиев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74F5BE"/>
                </a:solidFill>
                <a:latin typeface="Aptos"/>
              </a:defRPr>
            </a:pPr>
            <a:r>
              <a:t>Реализация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4343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Работа с командами, настройкой и техническими задачами проекта.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011680"/>
            <a:ext cx="34747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02751" y="23317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1" y="288036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FF5F3"/>
                </a:solidFill>
                <a:latin typeface="Aptos"/>
              </a:defRPr>
            </a:pPr>
            <a:r>
              <a:t>Артём Таран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36576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74F5BE"/>
                </a:solidFill>
                <a:latin typeface="Aptos"/>
              </a:defRPr>
            </a:pPr>
            <a:r>
              <a:t>Лидер команды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1" y="4343400"/>
            <a:ext cx="29260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Координация работы, решение возникающих проблем и помощь команде в выборе решений.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13 / ИИ В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Как мы использовали ИИ сегодня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ИИ — помощник для ускорения подготовки, а не замена проверки и решений команды.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303520" cy="361188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ПОЛЬЗА ИИ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61288" y="278892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Сформулировать структуру презентации</a:t>
            </a:r>
          </a:p>
        </p:txBody>
      </p:sp>
      <p:sp>
        <p:nvSpPr>
          <p:cNvPr id="13" name="Oval 12"/>
          <p:cNvSpPr/>
          <p:nvPr/>
        </p:nvSpPr>
        <p:spPr>
          <a:xfrm>
            <a:off x="960120" y="344728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61288" y="333756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Улучшить описание продукта и аудитории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" y="399592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61288" y="388620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Предложить идеи будущих функций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54456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1288" y="443484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Помочь объяснить технический подход простым языком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ЧТО ОСТАЁТСЯ ЗА КОМАНДОЙ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9864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9128" y="278892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Проверка фактов по исходникам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44728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39128" y="333756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Решение, что реально реализовано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99592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39128" y="388620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Тестирование подключения и безопасности</a:t>
            </a:r>
          </a:p>
        </p:txBody>
      </p:sp>
      <p:sp>
        <p:nvSpPr>
          <p:cNvPr id="26" name="Oval 25"/>
          <p:cNvSpPr/>
          <p:nvPr/>
        </p:nvSpPr>
        <p:spPr>
          <a:xfrm>
            <a:off x="6537960" y="4544568"/>
            <a:ext cx="82296" cy="82296"/>
          </a:xfrm>
          <a:prstGeom prst="ellipse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9128" y="4434840"/>
            <a:ext cx="437083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FF5F3"/>
                </a:solidFill>
                <a:latin typeface="Aptos"/>
              </a:defRPr>
            </a:pPr>
            <a:r>
              <a:t>Финальные решения и ответственность за продукт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8978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74F5BE"/>
                </a:solidFill>
                <a:latin typeface="Aptos"/>
              </a:defRPr>
            </a:pPr>
            <a:r>
              <a:t>Формулировка для выступления: «Мы использовали ИИ для структурирования материала и генерации идей; технические решения и проверку результата выполняла команда».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00EB89"/>
                </a:solidFill>
                <a:latin typeface="Aptos"/>
              </a:defRPr>
            </a:pPr>
            <a:r>
              <a:t>14 / ПЛАН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58952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От прототипа к надёжному продукту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BA9A4"/>
                </a:solidFill>
                <a:latin typeface="Aptos"/>
              </a:defRPr>
            </a:pPr>
            <a:r>
              <a:t>Приоритеты, которые дадут пользователю реальную пользу.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257800" cy="150876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488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FF5F3"/>
                </a:solidFill>
                <a:latin typeface="Aptos"/>
              </a:defRPr>
            </a:pPr>
            <a:r>
              <a:t>Стабильное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BA9A4"/>
                </a:solidFill>
                <a:latin typeface="Aptos"/>
              </a:defRPr>
            </a:pPr>
            <a:r>
              <a:t>Проверить разные сети, ошибки, переподключение и завершение процесса.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65960"/>
            <a:ext cx="5257800" cy="150876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16712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488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FF5F3"/>
                </a:solidFill>
                <a:latin typeface="Aptos"/>
              </a:defRPr>
            </a:pPr>
            <a:r>
              <a:t>Split tunneling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587752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BA9A4"/>
                </a:solidFill>
                <a:latin typeface="Aptos"/>
              </a:defRPr>
            </a:pPr>
            <a:r>
              <a:t>Маршруты по приложениям + понятные режимы исключения.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5257800" cy="150876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99592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9776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FF5F3"/>
                </a:solidFill>
                <a:latin typeface="Aptos"/>
              </a:defRPr>
            </a:pPr>
            <a:r>
              <a:t>Защита от утечек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16552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BA9A4"/>
                </a:solidFill>
                <a:latin typeface="Aptos"/>
              </a:defRPr>
            </a:pPr>
            <a:r>
              <a:t>Kill Switch, DNS/IPv6-тесты, защита при потере соединения.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94760"/>
            <a:ext cx="5257800" cy="1508760"/>
          </a:xfrm>
          <a:prstGeom prst="roundRect">
            <a:avLst/>
          </a:prstGeom>
          <a:solidFill>
            <a:srgbClr val="0C1412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995928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00EB8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977640"/>
            <a:ext cx="397763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EFF5F3"/>
                </a:solidFill>
                <a:latin typeface="Aptos"/>
              </a:defRPr>
            </a:pPr>
            <a:r>
              <a:t>Пользовательский опыт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416552"/>
            <a:ext cx="3977639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9BA9A4"/>
                </a:solidFill>
                <a:latin typeface="Aptos"/>
              </a:defRPr>
            </a:pPr>
            <a:r>
              <a:t>Автовыбор сервера, диагностика в один клик, автообновления.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E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G_20261025_171114_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143000"/>
            <a:ext cx="329184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73152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00EB89"/>
                </a:solidFill>
                <a:latin typeface="Aptos"/>
              </a:defRPr>
            </a:pPr>
            <a:r>
              <a:t>SPEED VPS  /  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64922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Подключение должно быть простым.</a:t>
            </a:r>
          </a:p>
          <a:p>
            <a:pPr>
              <a:spcAft>
                <a:spcPts val="700"/>
              </a:spcAft>
              <a:defRPr sz="2900" b="1">
                <a:solidFill>
                  <a:srgbClr val="EFF5F3"/>
                </a:solidFill>
                <a:latin typeface="Aptos"/>
              </a:defRPr>
            </a:pPr>
            <a:r>
              <a:t>Контроль — понятным.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9BA9A4"/>
                </a:solidFill>
                <a:latin typeface="Aptos"/>
              </a:defRPr>
            </a:pPr>
            <a:r>
              <a:t>Мы создали основу Windows VPN-клиента и видим следующий шаг: сделать маршрутизацию приложений надёжной, а безопасность — проверяемой.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54880"/>
            <a:ext cx="5852160" cy="731520"/>
          </a:xfrm>
          <a:prstGeom prst="roundRect">
            <a:avLst/>
          </a:prstGeom>
          <a:solidFill>
            <a:srgbClr val="07160F"/>
          </a:solidFill>
          <a:ln w="12700">
            <a:solidFill>
              <a:srgbClr val="144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495604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74F5BE"/>
                </a:solidFill>
                <a:latin typeface="Aptos"/>
              </a:defRPr>
            </a:pPr>
            <a:r>
              <a:t>SPEED VPS — быстрый путь к управляемому соединению.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700"/>
              </a:spcAft>
              <a:defRPr sz="800" b="1">
                <a:solidFill>
                  <a:srgbClr val="9BA9A4"/>
                </a:solidFill>
                <a:latin typeface="Aptos"/>
              </a:defRPr>
            </a:pPr>
            <a:r>
              <a:t>SPEED VPS  •  WINDOWS VPN /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00EB8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1186</Words>
  <Application>Microsoft Office PowerPoint</Application>
  <PresentationFormat>Широкоэкранный</PresentationFormat>
  <Paragraphs>210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Mori Shine</cp:lastModifiedBy>
  <cp:revision>2</cp:revision>
  <dcterms:created xsi:type="dcterms:W3CDTF">2013-01-27T09:14:16Z</dcterms:created>
  <dcterms:modified xsi:type="dcterms:W3CDTF">2026-10-25T14:36:20Z</dcterms:modified>
  <cp:category/>
</cp:coreProperties>
</file>